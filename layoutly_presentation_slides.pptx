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BÁO CÁO NGHĨEN CỨU CÁC GIẢI PHÁP FIGMA-TO-CODE MÃ NGUỒN MỞ</a:t>
            </a:r>
          </a:p>
          <a:p>
            <a:pPr algn="ctr">
              <a:spcBef>
                <a:spcPts val="2000"/>
              </a:spcBef>
              <a:defRPr sz="2000" b="1">
                <a:solidFill>
                  <a:srgbClr val="F8FAFC"/>
                </a:solidFill>
              </a:defRPr>
            </a:pPr>
            <a:r>
              <a:t>Phân Tích Kiến Trúc, So Sánh Ưu/Nhược Điểm &amp; Đề Xuất Cho Đề Tài LAYOUTLY</a:t>
            </a:r>
          </a:p>
          <a:p>
            <a:pPr algn="ctr">
              <a:spcBef>
                <a:spcPts val="1500"/>
              </a:spcBef>
              <a:defRPr sz="1400">
                <a:solidFill>
                  <a:srgbClr val="94A3B8"/>
                </a:solidFill>
              </a:defRPr>
            </a:pPr>
            <a:r>
              <a:t>Đánh giá thực nghiệm 4 dự án GitHub (FigmaToCode, Grida, Figma to React, Figma Context MCP)</a:t>
            </a:r>
          </a:p>
          <a:p>
            <a:br/>
            <a:pPr algn="ctr">
              <a:defRPr sz="1400">
                <a:solidFill>
                  <a:srgbClr val="C084FC"/>
                </a:solidFill>
              </a:defRPr>
            </a:pPr>
            <a:r>
              <a:t>Sinh viên thực hiện đề tài Layoutly | Đồ án NCKH / Đồ án Tốt nghiệp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SLIDE 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TỔNG QUAN 4 HƯỚNG TIẾP CẬN MÃ NGUỒN MỞ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4114800"/>
                <a:gridCol w="2224735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Dự án GitHub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Công nghệ chính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Hướng tiếp cận kỹ thuật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Trạng thái Build/Test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1. FigmaToCode</a:t>
                      </a:r>
                    </a:p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(bernaferrari/FigmaToCode)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TypeScript, React 19, Turbo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Client-side Plugin Sandbox, mã hóa Deterministic, xuất Zip Starter Project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100% Vitest Passed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2. Grida Design Engine</a:t>
                      </a:r>
                    </a:p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(gridaco/grida)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TypeScript, Rust, Kiwi Binary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Multi-tier Design Engine, Dữ liệu trung gian IR (Intermediate Representation)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Parsed &amp; Checked Out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3. Figma to React</a:t>
                      </a:r>
                    </a:p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(kazuyaseki/figma-to-react)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React, TS, Webpack 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Minimalist Figma Plugin, Mô hình buildTagTree tách biệt CSS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9/9 Jest Passed, Build 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 Figma Context MCP</a:t>
                      </a:r>
                    </a:p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(GLips/Figma-Context-MCP)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TypeScript, MCP Protocol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Model Context Protocol Server, cung cấp Visual Specs JSON cho AI (LLM)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249/250 Vitest, Build OK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SLIDE 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1. FIGMA TO CODE (DETERMINISTIC PLUGIN)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⚙️ Thuật toán Node Normalization (altNodes)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Chuyển cây SceneNode phức tạp của Figma sang AltNode tinh gọn.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Tự động phát hiện và xóa bỏ các Frame thừa không chứa style.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Tự động gom nhóm thuộc tính padding (top/bottom/left/right) &amp; gap.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Tự động gom màu trùng thành CSS Variables &amp; render SVG Icon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84FC"/>
                </a:solidFill>
              </a:defRPr>
            </a:pPr>
            <a:r>
              <a:t>📦 Xuất Starter Project (.ZIP)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Chạy thuần túy 100% trong Sandbox của Figma Plugin (Zero API/AI ngoài).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Tích hợp thư viện fflate nén toàn bộ mã nguồn thành file .zip.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Hỗ trợ đóng gói dự án Starter hoàn chỉnh: HTML Static, Tailwind CSS, React, Flutter, SwiftUI.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Mã hóa Deterministic: Kết quả cố định, nhất quán 100% giữa các lần chạy.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SLIDE 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2. GRIDA DESIGN TO CODE (MULTI-TIER ENGINE)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🧬 Đọc File Nhị Phân Kiwi (.fig)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Tích hợp bộ parser nhị phân fig-kiwi chuyên dụng.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Đọc trực tiếp file .fig / .deck offline mà không bắt buộc phải qua Figma REST API.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Cấu trúc dữ liệu trung gian (@design-sdk / Grida IR Schema) hoàn toàn độc lập với framework đầu 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084FC"/>
                </a:solidFill>
              </a:defRPr>
            </a:pPr>
            <a:r>
              <a:t>📐 Suy Luận Flexbox / Grid Tự Động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Giải quyết bài toán các phần tử xếp vị trí tuyệt đối (Absolute positioning).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Phân tích tọa độ hình học (x, y, w, h) để suy luận phân nhóm phần tử.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Tự động chuyển đổi cấu trúc phức tạp thành HBox (Row), VBox (Column) hoặc Grid đáp ứng (Responsive Layout).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SLIDE 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3. FIGMA TO REACT (TAG TREE ARCHITECTURE)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🌳 Mô hình Tag Tree (buildTagTree.ts)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Mẫu chuẩn mực nhất cho Figma Plugin: Bóc tách node Figma thành cây đối tượng Tag trung gian trước khi render JSX.</a:t>
            </a:r>
          </a:p>
          <a:p>
            <a:pPr>
              <a:spcBef>
                <a:spcPts val="1200"/>
              </a:spcBef>
              <a:defRPr sz="1200">
                <a:solidFill>
                  <a:srgbClr val="4ADE80"/>
                </a:solidFill>
                <a:latin typeface="Courier New"/>
              </a:defRPr>
            </a:pPr>
            <a:r>
              <a:t>export type Tag = {</a:t>
            </a:r>
            <a:br/>
            <a:r>
              <a:t>  name: string;</a:t>
            </a:r>
            <a:br/>
            <a:r>
              <a:t>  isText: boolean;</a:t>
            </a:r>
            <a:br/>
            <a:r>
              <a:t>  textCharacters: string | null;</a:t>
            </a:r>
            <a:br/>
            <a:r>
              <a:t>  isImg: boolean;</a:t>
            </a:r>
            <a:br/>
            <a:r>
              <a:t>  properties: Property[];</a:t>
            </a:r>
            <a:br/>
            <a:r>
              <a:t>  css: CSSData;</a:t>
            </a:r>
            <a:br/>
            <a:r>
              <a:t>  children: Tag[];</a:t>
            </a:r>
            <a:br/>
            <a:r>
              <a:t>  node: SceneNode;</a:t>
            </a:r>
            <a:br/>
            <a:r>
              <a:t>}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getCssDataForTag.ts: Quy đổi trực tiếp các thuộc tính Figma sang CSS Rules một cách sạch rành mạch (flex-direction, padding, gap, border-radius).</a:t>
            </a:r>
            <a:br/>
            <a:r>
              <a:t>• buildCode.ts: Duyệt cây Tag đệ quy xuất ra React JSX kèm CSS Modules hoặc Styled-Components.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SLIDE 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4. FIGMA CONTEXT MCP (AI-NATIVE PROTOCOL)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B7185"/>
                </a:solidFill>
              </a:defRPr>
            </a:pPr>
            <a:r>
              <a:t>🤖 Model Context Protocol (MCP)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Xu hướng công nghệ mới: Cầu nối dữ liệu giữa Figma API &amp; AI LLM (Claude, Cursor).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Không sinh code tĩnh cố định mà trích xuất Visual Specs / Design Tokens dạng JSON/Markdown.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Tối ưu dung lượng token để AI đọc hiểu cấu trúc giao diện nhanh nhất.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🛠️ Các công cụ MCP cung cấp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get_figma_file: Lấy thông số tổng quan toàn bộ file thiết kế.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get_figma_node: Lấy thông số chi tiết của 1 Component cụ thể.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download_figma_images: Tự động tải hình ảnh assets từ Figma.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Để AI tự biên dịch linh hoạt ra code tương thích với context dự án hiện tại.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SLIDE 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BẢNG SO SÁNH ƯU &amp; NHƯỢC ĐIỂM (PROS &amp; CONS)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2926080"/>
                <a:gridCol w="2316175"/>
              </a:tblGrid>
              <a:tr h="914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Dự án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Ưu điểm (Pros)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Nhược điểm (Cons)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Khai thác cho Layoutly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FigmaToCode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• Chạy 100% offline sandbox</a:t>
                      </a:r>
                    </a:p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• Thuật toán gom padding/gap cực sạch</a:t>
                      </a:r>
                    </a:p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• Xuất file ZIP dự án mẫu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B7185"/>
                          </a:solidFill>
                        </a:defRPr>
                      </a:pPr>
                      <a:r>
                        <a:t>• Phụ thuộc vào thiết kế Auto Layout của Figma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Học thuật toán gom nhóm CSS &amp; xuất Starter Project ZIP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Grida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• Xử lý tốt layout vị trí tuyệt đối (Absolute)</a:t>
                      </a:r>
                    </a:p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• Đọc được file nhị phân .fig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B7185"/>
                          </a:solidFill>
                        </a:defRPr>
                      </a:pPr>
                      <a:r>
                        <a:t>• Kiến trúc rất phức tạp, mã nguồn lớn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Học thiết kế lớp Dữ liệu Trung gian (IR)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Figma to React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• Code cực kỳ ngắn gọn, dễ hiểu</a:t>
                      </a:r>
                    </a:p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• Tách biệt rõ giữa Tag Tree &amp; CSS rules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B7185"/>
                          </a:solidFill>
                        </a:defRPr>
                      </a:pPr>
                      <a:r>
                        <a:t>• Chưa hỗ trợ các ca layout quá phức tạp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Làm mẫu cho Figma Plugin Bridge (layoutly-figma-bridge)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Figma Context MCP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• Đón đầu xu hướng AI Assistant</a:t>
                      </a:r>
                    </a:p>
                    <a:p>
                      <a:pPr>
                        <a:defRPr sz="1100">
                          <a:solidFill>
                            <a:srgbClr val="4ADE80"/>
                          </a:solidFill>
                        </a:defRPr>
                      </a:pPr>
                      <a:r>
                        <a:t>• Code sinh ra linh hoạt theo prompt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B7185"/>
                          </a:solidFill>
                        </a:defRPr>
                      </a:pPr>
                      <a:r>
                        <a:t>• Phụ thuộc vào AI LLM (tốn chi phí API)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Định hướng mở rộng tính năng AI Assistant tương lai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SLIDE 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RÚT RA BÀI HỌC KỸ THUẬT CHO LAYOUTLY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Tầng Backend Parser (FigmaParserService.java)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Áp dụng thuật toán altNodes của FigmaToCode: Thêm bước tiền xử lý lọc node visible=false, gom nhóm padding trùng lặp và phát hiện Icon SVG tự động.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2. Tầng Cấu Trúc Trung Gian (Layoutly IR Schema)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Học tập mô hình Tag Tree và Grida IR: Tạo lớp DTO LayoutTagDTO trong Spring Boot đứng giữa Parser Service và Code Generator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t>3. Tầng Figma Plugin (layoutly-figma-bridge)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Áp dụng mô hình truyền dữ liệu Message Passing tinh gọn từ Figma to React để trích xuất SceneNode từ Canvas nhanh chóng.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7185"/>
                </a:solidFill>
              </a:defRPr>
            </a:pPr>
            <a:r>
              <a:t>4. Đóng gói Dự án Starter (ExportService.java)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Áp dụng cơ chế nén file ZIP từ FigmaToCode để đóng gói toàn bộ mã nguồn React/Vite/HTML cho người dùng tải về.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SLIDE 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KIẾN TRÚC ĐỀ XUẤT CHO HỆ THỐNG LAYOUTLY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084FC"/>
                </a:solidFill>
              </a:defRPr>
            </a:pPr>
            <a:r>
              <a:t>🔄 LUỒNG XỬ LÝ DỮ LIỆU TOÀN DIỆN CỦA LAYOUTLY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9448495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Figma Plugin Bridge: </a:t>
            </a:r>
            <a:r>
              <a:rPr sz="1200" b="0">
                <a:solidFill>
                  <a:srgbClr val="F8FAFC"/>
                </a:solidFill>
              </a:rPr>
              <a:t>Trích xuất SceneNode thô từ Canvas và gửi Payload JSON về Backend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9448495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2. Spring Boot Backend: </a:t>
            </a:r>
            <a:r>
              <a:rPr sz="1200" b="0">
                <a:solidFill>
                  <a:srgbClr val="F8FAFC"/>
                </a:solidFill>
              </a:rPr>
              <a:t>FigmaParserService chạy altNodes Normalization &amp; tạo LayoutTagDTO (IR).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14800"/>
            <a:ext cx="9448495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t>3. Code Generators: </a:t>
            </a:r>
            <a:r>
              <a:rPr sz="1200" b="0">
                <a:solidFill>
                  <a:srgbClr val="F8FAFC"/>
                </a:solidFill>
              </a:rPr>
              <a:t>CssGeneratorService &amp; ReactGeneratorService sinh mã JSX + CSS Modules.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29200"/>
            <a:ext cx="9448495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B7185"/>
                </a:solidFill>
              </a:defRPr>
            </a:pPr>
            <a:r>
              <a:t>4. React FE &amp; Export ZIP: </a:t>
            </a:r>
            <a:r>
              <a:rPr sz="1200" b="0">
                <a:solidFill>
                  <a:srgbClr val="F8FAFC"/>
                </a:solidFill>
              </a:rPr>
              <a:t>Hiển thị Live Preview trên FE Editor &amp; nén Starter Project ZIP tải về.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rial"/>
              </a:defRPr>
            </a:pPr>
            <a:r>
              <a:t>SLIDE 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KẾT LUẬN &amp; KẾ HOẠCH THỰC THI (NEXT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📌 Kết luận Chuyên môn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Không có thuật toán đơn lẻ nào xử lý hoàn hảo 100% bài toán Figma-to-Code. Mô hình tối ưu nhất cho Layoutly là sự kết hợp giữa: Thuật toán làm sạch node của FigmaToCode + Kiến trúc IR trung gian của Grida + Cấu trúc Plugin gọn nhẹ của Figma to React.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2120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🗓️ Kế hoạch Hoàn thiện Layoutly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Tuần 1: Nâng cấp FigmaParserService.java theo altNodes.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Tuần 2: Chuẩn hóa lớp LayoutTagDTO (IR Schema) trong Backend.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Tuần 3: Hoàn thiện ReactGeneratorService.java xuất JSX &amp; ZIP.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Tuần 4: Kiểm thử end-to-end &amp; hoàn thiện báo cáo đồ án.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91840"/>
            <a:ext cx="521208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br/>
            <a:r>
              <a:t>CẢM ƠN THẦY CÔ &amp; HỘI ĐỒNG!</a:t>
            </a:r>
          </a:p>
          <a:p>
            <a:br/>
            <a:pPr algn="ctr">
              <a:defRPr sz="1400">
                <a:solidFill>
                  <a:srgbClr val="94A3B8"/>
                </a:solidFill>
              </a:defRPr>
            </a:pPr>
            <a:r>
              <a:t>Sẵn sàng nhận câu hỏi phản biện &amp; đóng góp ý kiến.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